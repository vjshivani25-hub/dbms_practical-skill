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9DCD2"/>
                </a:solidFill>
                <a:latin typeface="Aptos"/>
              </a:rPr>
              <a:t>REVIEW 4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6858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Online Food
Delivery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8892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CE7F5"/>
                </a:solidFill>
                <a:latin typeface="Aptos"/>
              </a:rPr>
              <a:t>Results, technical implementation, innovation, social utility and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846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Team 15  |  Section 13  |  Trimester 4,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285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2DEEE"/>
                </a:solidFill>
                <a:latin typeface="Aptos"/>
              </a:rPr>
              <a:t>Mosangi Vijaya Lakshmi  •  Potlabathini Shashanth  •  D Pawan Kumar</a:t>
            </a:r>
          </a:p>
        </p:txBody>
      </p:sp>
      <p:sp>
        <p:nvSpPr>
          <p:cNvPr id="7" name="Oval 6"/>
          <p:cNvSpPr/>
          <p:nvPr/>
        </p:nvSpPr>
        <p:spPr>
          <a:xfrm>
            <a:off x="8869680" y="640080"/>
            <a:ext cx="2011680" cy="2011680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0" y="2240280"/>
            <a:ext cx="1463040" cy="1463040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0" y="3657600"/>
            <a:ext cx="1828800" cy="1828800"/>
          </a:xfrm>
          <a:prstGeom prst="ellipse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Accuracy of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What should be demonstrated and measured in the completed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4739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474720" cy="146304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146304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848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Order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87168"/>
            <a:ext cx="3090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Verify that cart items, quantities, prices, taxes/charges and final order totals are stored and displayed consistently.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20240"/>
            <a:ext cx="3474720" cy="146304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920240"/>
            <a:ext cx="73152" cy="146304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848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Group-bill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87168"/>
            <a:ext cx="3090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Verify participant items and individual payable amounts match the shared cart and final bill.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920240"/>
            <a:ext cx="3474720" cy="146304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920240"/>
            <a:ext cx="73152" cy="146304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0848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Status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87168"/>
            <a:ext cx="3090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Verify restaurant acceptance, delivery progress and customer-visible order status remain synchronized.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94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341"/>
                </a:solidFill>
                <a:latin typeface="Aptos"/>
              </a:rPr>
              <a:t>Recommended evidence for Review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10698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Show a real order from cart → checkout → restaurant → delivery → completed status.</a:t>
            </a:r>
          </a:p>
          <a:p>
            <a:pPr>
              <a:spcAft>
                <a:spcPts val="6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Show a group order with at least two participants and compare item totals with the split amount.</a:t>
            </a:r>
          </a:p>
          <a:p>
            <a:pPr>
              <a:spcAft>
                <a:spcPts val="6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Show database records or an admin view that confirms the final order state.</a:t>
            </a:r>
          </a:p>
          <a:p>
            <a:pPr>
              <a:spcAft>
                <a:spcPts val="6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Record actual test cases and pass/fail results rather than only describing expected behavior.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B8F37"/>
                </a:solidFill>
                <a:latin typeface="Aptos"/>
              </a:rPr>
              <a:t>Evaluation focus: correctness of the implemented result, not only the proposed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Technical Competence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Implementation of the proposed full-stack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4739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56032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73152" cy="150876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React.js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41448"/>
            <a:ext cx="217627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Role-based interfaces for customers, restaurants and delivery partners.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74519"/>
            <a:ext cx="256032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874519"/>
            <a:ext cx="73152" cy="150876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039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Node +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441448"/>
            <a:ext cx="217627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API layer for authentication, restaurants, menus, orders and business logic.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874519"/>
            <a:ext cx="256032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874519"/>
            <a:ext cx="73152" cy="1508760"/>
          </a:xfrm>
          <a:prstGeom prst="rect">
            <a:avLst/>
          </a:prstGeom>
          <a:solidFill>
            <a:srgbClr val="2C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039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441448"/>
            <a:ext cx="217627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Persistent storage for users, restaurants, food items and order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874519"/>
            <a:ext cx="256032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874519"/>
            <a:ext cx="73152" cy="150876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2039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Socket.io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2441448"/>
            <a:ext cx="217627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Real-time order status and group-order/shared-cart communication.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341"/>
                </a:solidFill>
                <a:latin typeface="Aptos"/>
              </a:rPr>
              <a:t>Technical demonstration checklist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10607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Show frontend-to-backend API communication.</a:t>
            </a:r>
          </a:p>
          <a:p>
            <a:pPr>
              <a:spcAft>
                <a:spcPts val="6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Demonstrate database persistence after creating an order.</a:t>
            </a:r>
          </a:p>
          <a:p>
            <a:pPr>
              <a:spcAft>
                <a:spcPts val="6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Demonstrate a real-time event using two connected group-order participants.</a:t>
            </a:r>
          </a:p>
          <a:p>
            <a:pPr>
              <a:spcAft>
                <a:spcPts val="6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Explain authentication, role separation and how payment/location integrations fit into the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Innovative &amp; Sustainable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The project differentiator and opportunities for long-term platform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4739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3474720" cy="182880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74519"/>
            <a:ext cx="73152" cy="18288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391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Innovation: live group ordering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41448"/>
            <a:ext cx="30906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A shared cart lets multiple users add items to one order in real time, followed by participant-level bill splitting.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74519"/>
            <a:ext cx="3474720" cy="182880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874519"/>
            <a:ext cx="73152" cy="182880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391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Innovation: real-time 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41448"/>
            <a:ext cx="30906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Socket.io supports live order updates and delivery-related status communication.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874519"/>
            <a:ext cx="3474720" cy="182880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874519"/>
            <a:ext cx="73152" cy="1828800"/>
          </a:xfrm>
          <a:prstGeom prst="rect">
            <a:avLst/>
          </a:prstGeom>
          <a:solidFill>
            <a:srgbClr val="2C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0391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Sustainable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441448"/>
            <a:ext cx="30906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A database-backed modular web platform can be extended with more restaurants, users, delivery partners and services.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341"/>
                </a:solidFill>
                <a:latin typeface="Aptos"/>
              </a:rPr>
              <a:t>Future sustainability enhancements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698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Digital receipts and order records reduce dependence on paper-based workflows.</a:t>
            </a:r>
          </a:p>
          <a:p>
            <a:pPr>
              <a:spcAft>
                <a:spcPts val="6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Group ordering can consolidate multiple users into a single delivery order.</a:t>
            </a:r>
          </a:p>
          <a:p>
            <a:pPr>
              <a:spcAft>
                <a:spcPts val="6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Analytics can help identify demand patterns and improve restaurant/delivery planning.</a:t>
            </a:r>
          </a:p>
          <a:p>
            <a:pPr>
              <a:spcAft>
                <a:spcPts val="6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Modular APIs make future features easier to add without replacing the complete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Utility to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How the platform can benefit different stakeholders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4739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606040" cy="1874519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73152" cy="1874519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41448"/>
            <a:ext cx="222199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Convenient digital ordering, centralized order information, online payment, tracking and collaborative group ordering.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74519"/>
            <a:ext cx="2606040" cy="1874519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874519"/>
            <a:ext cx="73152" cy="1874519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Restaurants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41448"/>
            <a:ext cx="222199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Digital menu and order management with a structured channel to receive customer orders.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74519"/>
            <a:ext cx="2606040" cy="1874519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74519"/>
            <a:ext cx="73152" cy="1874519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03911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Delivery partners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441448"/>
            <a:ext cx="222199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A coordinated workflow for receiving delivery information and updating order progress.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874519"/>
            <a:ext cx="2606040" cy="1874519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874519"/>
            <a:ext cx="73152" cy="1874519"/>
          </a:xfrm>
          <a:prstGeom prst="rect">
            <a:avLst/>
          </a:prstGeom>
          <a:solidFill>
            <a:srgbClr val="2C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203911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Platform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441448"/>
            <a:ext cx="222199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Centralized oversight of restaurants, orders, commissions and delivery-partner operations.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341"/>
                </a:solidFill>
                <a:latin typeface="Aptos"/>
              </a:rPr>
              <a:t>Overall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6303E"/>
                </a:solidFill>
                <a:latin typeface="Aptos"/>
              </a:rPr>
              <a:t>The proposed system brings multiple stakeholders into one digital workflow, improving coordination and visibility compared with phone-based ordering.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Results Dashboard — Fill With Actual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Use this slide during the final review to present measured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4739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51460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F6C7C"/>
                </a:solidFill>
                <a:latin typeface="Aptos"/>
              </a:rPr>
              <a:t>Orders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2341"/>
                </a:solidFill>
                <a:latin typeface="Aptos"/>
              </a:rPr>
              <a:t>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5292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Total test orders executed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920240"/>
            <a:ext cx="251460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084831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F6C7C"/>
                </a:solidFill>
                <a:latin typeface="Aptos"/>
              </a:rPr>
              <a:t>Successful 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231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2341"/>
                </a:solidFill>
                <a:latin typeface="Aptos"/>
              </a:rPr>
              <a:t>___ / 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5292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End-to-end flows 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20240"/>
            <a:ext cx="251460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EB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84831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F6C7C"/>
                </a:solidFill>
                <a:latin typeface="Aptos"/>
              </a:rPr>
              <a:t>Group-order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231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2341"/>
                </a:solidFill>
                <a:latin typeface="Aptos"/>
              </a:rPr>
              <a:t>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5292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Shared-cart scenarios tested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920240"/>
            <a:ext cx="251460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2C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999" y="2084831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F6C7C"/>
                </a:solidFill>
                <a:latin typeface="Aptos"/>
              </a:rPr>
              <a:t>Real-time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9" y="24231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2341"/>
                </a:solidFill>
                <a:latin typeface="Aptos"/>
              </a:rPr>
              <a:t>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285292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Socket.io scenarios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341"/>
                </a:solidFill>
                <a:latin typeface="Aptos"/>
              </a:rPr>
              <a:t>Suggested test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251960"/>
            <a:ext cx="2423160" cy="4572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370832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Test case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4251960"/>
            <a:ext cx="3063240" cy="4572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39" y="4370832"/>
            <a:ext cx="2971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251960"/>
            <a:ext cx="2743200" cy="4572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37083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Actual 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4251960"/>
            <a:ext cx="2194560" cy="4572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437083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709160"/>
            <a:ext cx="242316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791456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Customer order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4709160"/>
            <a:ext cx="30632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39" y="4791456"/>
            <a:ext cx="2971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Should 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709160"/>
            <a:ext cx="27432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79145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Fill actual result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4709160"/>
            <a:ext cx="219456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4791456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PASS / FAIL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056632"/>
            <a:ext cx="242316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138928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Group split bill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5056632"/>
            <a:ext cx="30632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39" y="5138928"/>
            <a:ext cx="2971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Should work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056632"/>
            <a:ext cx="27432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5138928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Fill actual result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5056632"/>
            <a:ext cx="219456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60" y="5138928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PASS / FAIL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404104"/>
            <a:ext cx="242316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486400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Order status update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46120" y="5404104"/>
            <a:ext cx="30632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39" y="5486400"/>
            <a:ext cx="2971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Should work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5404104"/>
            <a:ext cx="27432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5486400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Fill actual result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5404104"/>
            <a:ext cx="219456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81160" y="548640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PASS / FAIL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" y="5751576"/>
            <a:ext cx="242316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5833872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Delivery tracking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46120" y="5751576"/>
            <a:ext cx="30632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39" y="5833872"/>
            <a:ext cx="2971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Should work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5751576"/>
            <a:ext cx="27432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5833872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Fill actual result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5751576"/>
            <a:ext cx="219456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81160" y="5833872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PASS / FAIL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Integration &amp;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Show that the modules work together as one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4739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40280"/>
            <a:ext cx="1508760" cy="914400"/>
          </a:xfrm>
          <a:prstGeom prst="roundRect">
            <a:avLst/>
          </a:prstGeom>
          <a:solidFill>
            <a:srgbClr val="EFF6FC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2423160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2341"/>
                </a:solidFill>
                <a:latin typeface="Aptos"/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724912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Creates order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84248" y="2542032"/>
            <a:ext cx="274320" cy="201168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50008" y="2240280"/>
            <a:ext cx="1508760" cy="914400"/>
          </a:xfrm>
          <a:prstGeom prst="roundRect">
            <a:avLst/>
          </a:prstGeom>
          <a:solidFill>
            <a:srgbClr val="EFF6FC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423160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2341"/>
                </a:solidFill>
                <a:latin typeface="Aptos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724912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Validates request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22776" y="2542032"/>
            <a:ext cx="274320" cy="201168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88536" y="2240280"/>
            <a:ext cx="1508760" cy="914400"/>
          </a:xfrm>
          <a:prstGeom prst="roundRect">
            <a:avLst/>
          </a:prstGeom>
          <a:solidFill>
            <a:srgbClr val="EFF6FC"/>
          </a:solidFill>
          <a:ln>
            <a:solidFill>
              <a:srgbClr val="2C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2423160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2341"/>
                </a:solidFill>
                <a:latin typeface="Aptos"/>
              </a:rP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724912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Stores order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61304" y="2542032"/>
            <a:ext cx="274320" cy="201168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27064" y="2240280"/>
            <a:ext cx="1508760" cy="914400"/>
          </a:xfrm>
          <a:prstGeom prst="roundRect">
            <a:avLst/>
          </a:prstGeom>
          <a:solidFill>
            <a:srgbClr val="EFF6FC"/>
          </a:solidFill>
          <a:ln>
            <a:solidFill>
              <a:srgbClr val="EB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2423160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2341"/>
                </a:solidFill>
                <a:latin typeface="Aptos"/>
              </a:rPr>
              <a:t>Restaurant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724912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Processes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99832" y="2542032"/>
            <a:ext cx="274320" cy="201168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65592" y="2240280"/>
            <a:ext cx="1508760" cy="914400"/>
          </a:xfrm>
          <a:prstGeom prst="roundRect">
            <a:avLst/>
          </a:prstGeom>
          <a:solidFill>
            <a:srgbClr val="EFF6FC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2423160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2341"/>
                </a:solidFill>
                <a:latin typeface="Aptos"/>
              </a:rPr>
              <a:t>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2724912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Fulfills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38360" y="2542032"/>
            <a:ext cx="274320" cy="201168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04120" y="2240280"/>
            <a:ext cx="1508760" cy="914400"/>
          </a:xfrm>
          <a:prstGeom prst="roundRect">
            <a:avLst/>
          </a:prstGeom>
          <a:solidFill>
            <a:srgbClr val="EFF6FC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77272" y="2423160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2341"/>
                </a:solidFill>
                <a:latin typeface="Aptos"/>
              </a:rPr>
              <a:t>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77272" y="2724912"/>
            <a:ext cx="1362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03E"/>
                </a:solidFill>
                <a:latin typeface="Aptos"/>
              </a:rPr>
              <a:t>Tracks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341"/>
                </a:solidFill>
                <a:latin typeface="Aptos"/>
              </a:rPr>
              <a:t>Live demo sequence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2976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Log in → browse restaurant → add food → checkout.</a:t>
            </a:r>
          </a:p>
          <a:p>
            <a:pPr>
              <a:spcAft>
                <a:spcPts val="6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Show the same order appearing in the restaurant workflow.</a:t>
            </a:r>
          </a:p>
          <a:p>
            <a:pPr>
              <a:spcAft>
                <a:spcPts val="6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Update order status and show the customer-side change.</a:t>
            </a:r>
          </a:p>
          <a:p>
            <a:pPr>
              <a:spcAft>
                <a:spcPts val="6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Create a group order and demonstrate two participants adding items in real time.</a:t>
            </a:r>
          </a:p>
          <a:p>
            <a:pPr>
              <a:spcAft>
                <a:spcPts val="6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Show the final participant split and completed order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Future Enhancements &amp; Sustainability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Features that can strengthen the project beyond Review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4739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08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011680"/>
            <a:ext cx="658368" cy="658368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85416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435607" y="2231136"/>
            <a:ext cx="1737360" cy="201168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341"/>
                </a:solidFill>
                <a:latin typeface="Aptos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Core ordering + role workflows</a:t>
            </a:r>
          </a:p>
        </p:txBody>
      </p:sp>
      <p:sp>
        <p:nvSpPr>
          <p:cNvPr id="12" name="Oval 11"/>
          <p:cNvSpPr/>
          <p:nvPr/>
        </p:nvSpPr>
        <p:spPr>
          <a:xfrm>
            <a:off x="3474720" y="2011680"/>
            <a:ext cx="658368" cy="658368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185416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24528" y="2231136"/>
            <a:ext cx="1737360" cy="201168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341"/>
                </a:solidFill>
                <a:latin typeface="Aptos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273552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Robust payment + tracking validation</a:t>
            </a:r>
          </a:p>
        </p:txBody>
      </p:sp>
      <p:sp>
        <p:nvSpPr>
          <p:cNvPr id="17" name="Oval 16"/>
          <p:cNvSpPr/>
          <p:nvPr/>
        </p:nvSpPr>
        <p:spPr>
          <a:xfrm>
            <a:off x="6263640" y="2011680"/>
            <a:ext cx="658368" cy="658368"/>
          </a:xfrm>
          <a:prstGeom prst="ellipse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185416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13448" y="2231136"/>
            <a:ext cx="1737360" cy="201168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341"/>
                </a:solidFill>
                <a:latin typeface="Aptos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273552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Analytics, notifications and richer admin reports</a:t>
            </a:r>
          </a:p>
        </p:txBody>
      </p:sp>
      <p:sp>
        <p:nvSpPr>
          <p:cNvPr id="22" name="Oval 21"/>
          <p:cNvSpPr/>
          <p:nvPr/>
        </p:nvSpPr>
        <p:spPr>
          <a:xfrm>
            <a:off x="9052559" y="2011680"/>
            <a:ext cx="658368" cy="658368"/>
          </a:xfrm>
          <a:prstGeom prst="ellipse">
            <a:avLst/>
          </a:prstGeom>
          <a:solidFill>
            <a:srgbClr val="2C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59" y="2185416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39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2341"/>
                </a:solidFill>
                <a:latin typeface="Aptos"/>
              </a:rPr>
              <a:t>Future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39" y="3273552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Demand prediction, route optimization and eco-aware delivery options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617720"/>
            <a:ext cx="10744200" cy="96012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617720"/>
            <a:ext cx="73152" cy="96012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4782312"/>
            <a:ext cx="10378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Key 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5184648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The strongest Review 4 story is measurable working results + clear technical evidence + the novel group-order experience.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69DCD2"/>
                </a:solidFill>
                <a:latin typeface="Aptos"/>
              </a:rPr>
              <a:t>A connected digital food-delivery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The project combines full-stack development, persistent database storage, real-time communication, location services, payments, and group ordering into one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DEE8F4"/>
                </a:solidFill>
                <a:latin typeface="Aptos"/>
              </a:defRPr>
            </a:pPr>
            <a:r>
              <a:t>Accuracy: demonstrate measured and repeatable test results.</a:t>
            </a:r>
          </a:p>
          <a:p>
            <a:pPr>
              <a:spcAft>
                <a:spcPts val="600"/>
              </a:spcAft>
              <a:defRPr sz="1500">
                <a:solidFill>
                  <a:srgbClr val="DEE8F4"/>
                </a:solidFill>
                <a:latin typeface="Aptos"/>
              </a:defRPr>
            </a:pPr>
            <a:r>
              <a:t>Technical competence: prove frontend, backend, database and real-time integration.</a:t>
            </a:r>
          </a:p>
          <a:p>
            <a:pPr>
              <a:spcAft>
                <a:spcPts val="600"/>
              </a:spcAft>
              <a:defRPr sz="1500">
                <a:solidFill>
                  <a:srgbClr val="DEE8F4"/>
                </a:solidFill>
                <a:latin typeface="Aptos"/>
              </a:defRPr>
            </a:pPr>
            <a:r>
              <a:t>Innovation: highlight group ordering with live split bill.</a:t>
            </a:r>
          </a:p>
          <a:p>
            <a:pPr>
              <a:spcAft>
                <a:spcPts val="600"/>
              </a:spcAft>
              <a:defRPr sz="1500">
                <a:solidFill>
                  <a:srgbClr val="DEE8F4"/>
                </a:solidFill>
                <a:latin typeface="Aptos"/>
              </a:defRPr>
            </a:pPr>
            <a:r>
              <a:t>Utility: explain benefits for customers, restaurants, delivery partners and administrators.</a:t>
            </a:r>
          </a:p>
          <a:p>
            <a:pPr>
              <a:spcAft>
                <a:spcPts val="600"/>
              </a:spcAft>
              <a:defRPr sz="1500">
                <a:solidFill>
                  <a:srgbClr val="DEE8F4"/>
                </a:solidFill>
                <a:latin typeface="Aptos"/>
              </a:defRPr>
            </a:pPr>
            <a:r>
              <a:t>Sustainability: show a modular foundation and practical future extensions.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897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9DCD2"/>
                </a:solidFill>
                <a:latin typeface="Aptos"/>
              </a:rPr>
              <a:t>Thank You  |  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